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e Jour Serif" charset="1" panose="02000500000000000000"/>
      <p:regular r:id="rId13"/>
    </p:embeddedFont>
    <p:embeddedFont>
      <p:font typeface="Now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2121" y="4051309"/>
            <a:ext cx="14383758" cy="196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1"/>
              </a:lnSpc>
            </a:pPr>
            <a:r>
              <a:rPr lang="en-US" sz="11500">
                <a:solidFill>
                  <a:srgbClr val="475045"/>
                </a:solidFill>
                <a:latin typeface="Le Jour Serif"/>
                <a:ea typeface="Le Jour Serif"/>
                <a:cs typeface="Le Jour Serif"/>
                <a:sym typeface="Le Jour Serif"/>
              </a:rPr>
              <a:t>Proyecto final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-256102" y="7638853"/>
            <a:ext cx="28661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Anthony Hernandez</a:t>
            </a:r>
          </a:p>
        </p:txBody>
      </p:sp>
      <p:sp>
        <p:nvSpPr>
          <p:cNvPr name="TextBox 4" id="4"/>
          <p:cNvSpPr txBox="true"/>
          <p:nvPr/>
        </p:nvSpPr>
        <p:spPr>
          <a:xfrm rot="-5400000">
            <a:off x="15562250" y="2353005"/>
            <a:ext cx="30213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Anthony Hernandez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1592" y="2539377"/>
            <a:ext cx="2820119" cy="5985358"/>
          </a:xfrm>
          <a:custGeom>
            <a:avLst/>
            <a:gdLst/>
            <a:ahLst/>
            <a:cxnLst/>
            <a:rect r="r" b="b" t="t" l="l"/>
            <a:pathLst>
              <a:path h="5985358" w="2820119">
                <a:moveTo>
                  <a:pt x="0" y="0"/>
                </a:moveTo>
                <a:lnTo>
                  <a:pt x="2820119" y="0"/>
                </a:lnTo>
                <a:lnTo>
                  <a:pt x="2820119" y="5985359"/>
                </a:lnTo>
                <a:lnTo>
                  <a:pt x="0" y="5985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76295" y="2701216"/>
            <a:ext cx="9803776" cy="5661681"/>
          </a:xfrm>
          <a:custGeom>
            <a:avLst/>
            <a:gdLst/>
            <a:ahLst/>
            <a:cxnLst/>
            <a:rect r="r" b="b" t="t" l="l"/>
            <a:pathLst>
              <a:path h="5661681" w="9803776">
                <a:moveTo>
                  <a:pt x="0" y="0"/>
                </a:moveTo>
                <a:lnTo>
                  <a:pt x="9803776" y="0"/>
                </a:lnTo>
                <a:lnTo>
                  <a:pt x="9803776" y="5661681"/>
                </a:lnTo>
                <a:lnTo>
                  <a:pt x="0" y="5661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3345" y="895350"/>
            <a:ext cx="11840039" cy="115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7"/>
              </a:lnSpc>
            </a:pPr>
            <a:r>
              <a:rPr lang="en-US" sz="6719">
                <a:solidFill>
                  <a:srgbClr val="475045"/>
                </a:solidFill>
                <a:latin typeface="Le Jour Serif"/>
                <a:ea typeface="Le Jour Serif"/>
                <a:cs typeface="Le Jour Serif"/>
                <a:sym typeface="Le Jour Serif"/>
              </a:rPr>
              <a:t>Estructura en codigo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256102" y="7638853"/>
            <a:ext cx="28661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SQL Inyections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5321901" y="2593354"/>
            <a:ext cx="350205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Estructura de carpetas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539377"/>
            <a:ext cx="11301259" cy="6017920"/>
          </a:xfrm>
          <a:custGeom>
            <a:avLst/>
            <a:gdLst/>
            <a:ahLst/>
            <a:cxnLst/>
            <a:rect r="r" b="b" t="t" l="l"/>
            <a:pathLst>
              <a:path h="6017920" w="11301259">
                <a:moveTo>
                  <a:pt x="0" y="0"/>
                </a:moveTo>
                <a:lnTo>
                  <a:pt x="11301258" y="0"/>
                </a:lnTo>
                <a:lnTo>
                  <a:pt x="11301258" y="6017921"/>
                </a:lnTo>
                <a:lnTo>
                  <a:pt x="0" y="6017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3345" y="876300"/>
            <a:ext cx="8037065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475045"/>
                </a:solidFill>
                <a:latin typeface="Le Jour Serif"/>
                <a:ea typeface="Le Jour Serif"/>
                <a:cs typeface="Le Jour Serif"/>
                <a:sym typeface="Le Jour Serif"/>
              </a:rPr>
              <a:t>La Emperatriz</a:t>
            </a:r>
          </a:p>
        </p:txBody>
      </p:sp>
      <p:sp>
        <p:nvSpPr>
          <p:cNvPr name="TextBox 4" id="4"/>
          <p:cNvSpPr txBox="true"/>
          <p:nvPr/>
        </p:nvSpPr>
        <p:spPr>
          <a:xfrm rot="-5400000">
            <a:off x="-62413" y="7832542"/>
            <a:ext cx="247877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La Emperatriz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15562250" y="2353005"/>
            <a:ext cx="30213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La Emperatriz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9288" y="3768517"/>
            <a:ext cx="12329424" cy="4762240"/>
          </a:xfrm>
          <a:custGeom>
            <a:avLst/>
            <a:gdLst/>
            <a:ahLst/>
            <a:cxnLst/>
            <a:rect r="r" b="b" t="t" l="l"/>
            <a:pathLst>
              <a:path h="4762240" w="12329424">
                <a:moveTo>
                  <a:pt x="0" y="0"/>
                </a:moveTo>
                <a:lnTo>
                  <a:pt x="12329424" y="0"/>
                </a:lnTo>
                <a:lnTo>
                  <a:pt x="12329424" y="4762240"/>
                </a:lnTo>
                <a:lnTo>
                  <a:pt x="0" y="4762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3329" y="885825"/>
            <a:ext cx="13017648" cy="265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1"/>
              </a:lnSpc>
            </a:pPr>
            <a:r>
              <a:rPr lang="en-US" sz="7608">
                <a:solidFill>
                  <a:srgbClr val="475045"/>
                </a:solidFill>
                <a:latin typeface="Le Jour Serif"/>
                <a:ea typeface="Le Jour Serif"/>
                <a:cs typeface="Le Jour Serif"/>
                <a:sym typeface="Le Jour Serif"/>
              </a:rPr>
              <a:t>Diagrama de arquitectura (Original)</a:t>
            </a:r>
          </a:p>
        </p:txBody>
      </p:sp>
      <p:sp>
        <p:nvSpPr>
          <p:cNvPr name="TextBox 4" id="4"/>
          <p:cNvSpPr txBox="true"/>
          <p:nvPr/>
        </p:nvSpPr>
        <p:spPr>
          <a:xfrm rot="-5400000">
            <a:off x="-782268" y="7112687"/>
            <a:ext cx="391848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Diagrama de aquitectura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15015527" y="2899727"/>
            <a:ext cx="41148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Diagrama de  arquitectura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6232" y="3159488"/>
            <a:ext cx="12915535" cy="4665737"/>
          </a:xfrm>
          <a:custGeom>
            <a:avLst/>
            <a:gdLst/>
            <a:ahLst/>
            <a:cxnLst/>
            <a:rect r="r" b="b" t="t" l="l"/>
            <a:pathLst>
              <a:path h="4665737" w="12915535">
                <a:moveTo>
                  <a:pt x="0" y="0"/>
                </a:moveTo>
                <a:lnTo>
                  <a:pt x="12915536" y="0"/>
                </a:lnTo>
                <a:lnTo>
                  <a:pt x="12915536" y="4665737"/>
                </a:lnTo>
                <a:lnTo>
                  <a:pt x="0" y="4665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93702" y="2039488"/>
            <a:ext cx="159654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75045"/>
                </a:solidFill>
                <a:latin typeface="Le Jour Serif"/>
                <a:ea typeface="Le Jour Serif"/>
                <a:cs typeface="Le Jour Serif"/>
                <a:sym typeface="Le Jour Serif"/>
              </a:rPr>
              <a:t>ALTO NIVEL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3329" y="885825"/>
            <a:ext cx="14478025" cy="13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1"/>
              </a:lnSpc>
            </a:pPr>
            <a:r>
              <a:rPr lang="en-US" sz="7608">
                <a:solidFill>
                  <a:srgbClr val="475045"/>
                </a:solidFill>
                <a:latin typeface="Le Jour Serif"/>
                <a:ea typeface="Le Jour Serif"/>
                <a:cs typeface="Le Jour Serif"/>
                <a:sym typeface="Le Jour Serif"/>
              </a:rPr>
              <a:t>Diagrama de arquitectura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-782268" y="7112687"/>
            <a:ext cx="391848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Diagrama de aquitectura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15015527" y="2899727"/>
            <a:ext cx="41148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Diagrama de  arquitectura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8923" y="2460806"/>
            <a:ext cx="12876906" cy="7178875"/>
          </a:xfrm>
          <a:custGeom>
            <a:avLst/>
            <a:gdLst/>
            <a:ahLst/>
            <a:cxnLst/>
            <a:rect r="r" b="b" t="t" l="l"/>
            <a:pathLst>
              <a:path h="7178875" w="12876906">
                <a:moveTo>
                  <a:pt x="0" y="0"/>
                </a:moveTo>
                <a:lnTo>
                  <a:pt x="12876906" y="0"/>
                </a:lnTo>
                <a:lnTo>
                  <a:pt x="12876906" y="7178875"/>
                </a:lnTo>
                <a:lnTo>
                  <a:pt x="0" y="717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85825"/>
            <a:ext cx="14440203" cy="123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39"/>
              </a:lnSpc>
            </a:pPr>
            <a:r>
              <a:rPr lang="en-US" sz="7170">
                <a:solidFill>
                  <a:srgbClr val="475045"/>
                </a:solidFill>
                <a:latin typeface="Le Jour Serif"/>
                <a:ea typeface="Le Jour Serif"/>
                <a:cs typeface="Le Jour Serif"/>
                <a:sym typeface="Le Jour Serif"/>
              </a:rPr>
              <a:t>diagrama de base de datos</a:t>
            </a:r>
          </a:p>
        </p:txBody>
      </p:sp>
      <p:sp>
        <p:nvSpPr>
          <p:cNvPr name="TextBox 4" id="4"/>
          <p:cNvSpPr txBox="true"/>
          <p:nvPr/>
        </p:nvSpPr>
        <p:spPr>
          <a:xfrm rot="-5400000">
            <a:off x="-880427" y="7014527"/>
            <a:ext cx="41148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diagrama de base de datos</a:t>
            </a:r>
          </a:p>
        </p:txBody>
      </p:sp>
      <p:sp>
        <p:nvSpPr>
          <p:cNvPr name="TextBox 5" id="5"/>
          <p:cNvSpPr txBox="true"/>
          <p:nvPr/>
        </p:nvSpPr>
        <p:spPr>
          <a:xfrm rot="5313146">
            <a:off x="15053621" y="2899246"/>
            <a:ext cx="41148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diagrama de base de datos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59748" y="2664728"/>
            <a:ext cx="10368503" cy="5923008"/>
          </a:xfrm>
          <a:custGeom>
            <a:avLst/>
            <a:gdLst/>
            <a:ahLst/>
            <a:cxnLst/>
            <a:rect r="r" b="b" t="t" l="l"/>
            <a:pathLst>
              <a:path h="5923008" w="10368503">
                <a:moveTo>
                  <a:pt x="0" y="0"/>
                </a:moveTo>
                <a:lnTo>
                  <a:pt x="10368504" y="0"/>
                </a:lnTo>
                <a:lnTo>
                  <a:pt x="10368504" y="5923007"/>
                </a:lnTo>
                <a:lnTo>
                  <a:pt x="0" y="5923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363345" y="904875"/>
            <a:ext cx="12274943" cy="110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26"/>
              </a:lnSpc>
            </a:pPr>
            <a:r>
              <a:rPr lang="en-US" sz="6447">
                <a:solidFill>
                  <a:srgbClr val="475045"/>
                </a:solidFill>
                <a:latin typeface="Le Jour Serif"/>
                <a:ea typeface="Le Jour Serif"/>
                <a:cs typeface="Le Jour Serif"/>
                <a:sym typeface="Le Jour Serif"/>
              </a:rPr>
              <a:t>Utilizacion de API externa</a:t>
            </a:r>
          </a:p>
        </p:txBody>
      </p:sp>
      <p:sp>
        <p:nvSpPr>
          <p:cNvPr name="TextBox 4" id="4"/>
          <p:cNvSpPr txBox="true"/>
          <p:nvPr/>
        </p:nvSpPr>
        <p:spPr>
          <a:xfrm rot="-5400000">
            <a:off x="-256102" y="7638853"/>
            <a:ext cx="28661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Lorem Picsum/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15562250" y="2353005"/>
            <a:ext cx="30213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475045"/>
                </a:solidFill>
                <a:latin typeface="Now"/>
                <a:ea typeface="Now"/>
                <a:cs typeface="Now"/>
                <a:sym typeface="Now"/>
              </a:rPr>
              <a:t>Lorem Picsum/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DAG7tnSu6_8</dc:identifier>
  <dcterms:modified xsi:type="dcterms:W3CDTF">2011-08-01T06:04:30Z</dcterms:modified>
  <cp:revision>1</cp:revision>
  <dc:title>Proyecto final</dc:title>
</cp:coreProperties>
</file>